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8"/>
  </p:notesMasterIdLst>
  <p:sldIdLst>
    <p:sldId id="256" r:id="rId2"/>
    <p:sldId id="475" r:id="rId3"/>
    <p:sldId id="476" r:id="rId4"/>
    <p:sldId id="477" r:id="rId5"/>
    <p:sldId id="478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71" r:id="rId17"/>
  </p:sldIdLst>
  <p:sldSz cx="12192000" cy="6858000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ExtraBold" pitchFamily="2" charset="0"/>
      <p:bold r:id="rId23"/>
      <p:boldItalic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BA7875-7995-4AA2-BB54-42FD0D3AB0E7}">
          <p14:sldIdLst>
            <p14:sldId id="256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</p14:sldIdLst>
        </p14:section>
        <p14:section name="FIM" id="{E6556246-A68D-4576-9F03-7F48586C6C03}">
          <p14:sldIdLst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7D8"/>
    <a:srgbClr val="00345B"/>
    <a:srgbClr val="EB976D"/>
    <a:srgbClr val="384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8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8BEF5-D634-4783-BB1D-B313F140711D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425CA-8A3B-4084-BB85-5B9C87A99CA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50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2C5B-4D05-45A6-9C27-43FA05B82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9446" y="1697242"/>
            <a:ext cx="8254849" cy="3463516"/>
          </a:xfrm>
        </p:spPr>
        <p:txBody>
          <a:bodyPr anchor="b"/>
          <a:lstStyle>
            <a:lvl1pPr algn="ctr">
              <a:defRPr sz="6000">
                <a:solidFill>
                  <a:srgbClr val="38415C"/>
                </a:solidFill>
                <a:latin typeface="Montserrat ExtraBold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3882C-3151-491C-B4AC-F6A6007FA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969" y="5636220"/>
            <a:ext cx="8289485" cy="901348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pt-BR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61860786-CF88-42BE-A477-0A5A04DD3C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794" y="219583"/>
            <a:ext cx="1800000" cy="777718"/>
          </a:xfrm>
          <a:prstGeom prst="rect">
            <a:avLst/>
          </a:prstGeom>
        </p:spPr>
      </p:pic>
      <p:pic>
        <p:nvPicPr>
          <p:cNvPr id="14" name="Picture 13" descr="A picture containing diagram&#10;&#10;Description automatically generated">
            <a:extLst>
              <a:ext uri="{FF2B5EF4-FFF2-40B4-BE49-F238E27FC236}">
                <a16:creationId xmlns:a16="http://schemas.microsoft.com/office/drawing/2014/main" id="{D8993296-24E2-4642-8A78-FFE0E4BA62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261" y="56143"/>
            <a:ext cx="813908" cy="1042514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CB8FE71-7E08-4576-9A3C-AACE3E40FB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251" y="-45213"/>
            <a:ext cx="2165749" cy="130731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5E3E466-B08F-B292-9F32-23AB196A44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3541" y="1284751"/>
            <a:ext cx="4307161" cy="4307161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7C00D812-42D2-DF57-D6F4-58BBD279D8E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184880" y="5232970"/>
            <a:ext cx="6194565" cy="314637"/>
            <a:chOff x="-5691421" y="6004399"/>
            <a:chExt cx="17745716" cy="80903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2E039AF-5223-F87F-3855-CFADD4B6E36F}"/>
                </a:ext>
              </a:extLst>
            </p:cNvPr>
            <p:cNvGrpSpPr/>
            <p:nvPr userDrawn="1"/>
          </p:nvGrpSpPr>
          <p:grpSpPr>
            <a:xfrm>
              <a:off x="2777671" y="6004403"/>
              <a:ext cx="9276624" cy="809033"/>
              <a:chOff x="-4160949" y="6086894"/>
              <a:chExt cx="9276624" cy="80903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EA35EF1-C787-F861-8EB8-70C86BEEDF4A}"/>
                  </a:ext>
                </a:extLst>
              </p:cNvPr>
              <p:cNvGrpSpPr/>
              <p:nvPr userDrawn="1"/>
            </p:nvGrpSpPr>
            <p:grpSpPr>
              <a:xfrm>
                <a:off x="0" y="6086894"/>
                <a:ext cx="5115675" cy="809033"/>
                <a:chOff x="-1043297" y="6048967"/>
                <a:chExt cx="5115675" cy="809033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75D92A32-5BBC-B6A3-3800-16F0FF3DB704}"/>
                    </a:ext>
                  </a:extLst>
                </p:cNvPr>
                <p:cNvGrpSpPr/>
                <p:nvPr userDrawn="1"/>
              </p:nvGrpSpPr>
              <p:grpSpPr>
                <a:xfrm>
                  <a:off x="1110284" y="6048969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7FEB094F-5716-0292-F5C6-A787B83E190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7" name="Graphic 6">
                      <a:extLst>
                        <a:ext uri="{FF2B5EF4-FFF2-40B4-BE49-F238E27FC236}">
                          <a16:creationId xmlns:a16="http://schemas.microsoft.com/office/drawing/2014/main" id="{AA490915-91EF-6E45-6498-D4F13009AA9B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Graphic 7">
                      <a:extLst>
                        <a:ext uri="{FF2B5EF4-FFF2-40B4-BE49-F238E27FC236}">
                          <a16:creationId xmlns:a16="http://schemas.microsoft.com/office/drawing/2014/main" id="{4D0E40BE-85A7-BF94-5121-30F8B81DA3A3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625F0427-7016-7178-65E6-2752E709AFA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15" name="Graphic 14">
                      <a:extLst>
                        <a:ext uri="{FF2B5EF4-FFF2-40B4-BE49-F238E27FC236}">
                          <a16:creationId xmlns:a16="http://schemas.microsoft.com/office/drawing/2014/main" id="{AC63874D-F950-9032-DCCD-2C7DA2AB758C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" name="Graphic 15">
                      <a:extLst>
                        <a:ext uri="{FF2B5EF4-FFF2-40B4-BE49-F238E27FC236}">
                          <a16:creationId xmlns:a16="http://schemas.microsoft.com/office/drawing/2014/main" id="{67B11256-E145-A1C3-DE52-13BA4CE47E81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E56CF9C-E710-7430-E04B-404F9127254E}"/>
                    </a:ext>
                  </a:extLst>
                </p:cNvPr>
                <p:cNvGrpSpPr/>
                <p:nvPr userDrawn="1"/>
              </p:nvGrpSpPr>
              <p:grpSpPr>
                <a:xfrm>
                  <a:off x="-1043297" y="6048967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7D40ACD2-A37C-4098-BD1E-A1F6C8CDFD9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23" name="Graphic 22">
                      <a:extLst>
                        <a:ext uri="{FF2B5EF4-FFF2-40B4-BE49-F238E27FC236}">
                          <a16:creationId xmlns:a16="http://schemas.microsoft.com/office/drawing/2014/main" id="{13C9A56A-9581-992C-9BDC-74E8B6459673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4" name="Graphic 23">
                      <a:extLst>
                        <a:ext uri="{FF2B5EF4-FFF2-40B4-BE49-F238E27FC236}">
                          <a16:creationId xmlns:a16="http://schemas.microsoft.com/office/drawing/2014/main" id="{3E77B43E-8971-A89E-789A-86F623883947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15B96E93-90E3-59A8-7378-FC1CFD1FA68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21" name="Graphic 20">
                      <a:extLst>
                        <a:ext uri="{FF2B5EF4-FFF2-40B4-BE49-F238E27FC236}">
                          <a16:creationId xmlns:a16="http://schemas.microsoft.com/office/drawing/2014/main" id="{67189AFE-EEB5-BA45-8D30-8CCB12789341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" name="Graphic 21">
                      <a:extLst>
                        <a:ext uri="{FF2B5EF4-FFF2-40B4-BE49-F238E27FC236}">
                          <a16:creationId xmlns:a16="http://schemas.microsoft.com/office/drawing/2014/main" id="{1F84F4C7-AFBD-2A77-FCC8-B86954688187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07D3938-3145-CDED-9AC3-B155E956C129}"/>
                  </a:ext>
                </a:extLst>
              </p:cNvPr>
              <p:cNvGrpSpPr/>
              <p:nvPr userDrawn="1"/>
            </p:nvGrpSpPr>
            <p:grpSpPr>
              <a:xfrm>
                <a:off x="-4160949" y="6086894"/>
                <a:ext cx="5115675" cy="809033"/>
                <a:chOff x="-1043297" y="6048967"/>
                <a:chExt cx="5115675" cy="809033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7B593ED-7346-4CCE-CC70-DA30F17737C1}"/>
                    </a:ext>
                  </a:extLst>
                </p:cNvPr>
                <p:cNvGrpSpPr/>
                <p:nvPr userDrawn="1"/>
              </p:nvGrpSpPr>
              <p:grpSpPr>
                <a:xfrm>
                  <a:off x="1110284" y="6048969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F69C9A77-8633-B975-27DD-56245F7E971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39" name="Graphic 38">
                      <a:extLst>
                        <a:ext uri="{FF2B5EF4-FFF2-40B4-BE49-F238E27FC236}">
                          <a16:creationId xmlns:a16="http://schemas.microsoft.com/office/drawing/2014/main" id="{DFDDFA95-4F18-36A4-DDE0-05BA42172767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0" name="Graphic 39">
                      <a:extLst>
                        <a:ext uri="{FF2B5EF4-FFF2-40B4-BE49-F238E27FC236}">
                          <a16:creationId xmlns:a16="http://schemas.microsoft.com/office/drawing/2014/main" id="{5F7751E4-26FF-D7AC-0B08-ED136159B3F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C3AD4F80-B111-DD67-5C74-3CEF6E991C6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37" name="Graphic 36">
                      <a:extLst>
                        <a:ext uri="{FF2B5EF4-FFF2-40B4-BE49-F238E27FC236}">
                          <a16:creationId xmlns:a16="http://schemas.microsoft.com/office/drawing/2014/main" id="{2773AC6A-34F7-D9A6-235B-68D4DEE2E187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8" name="Graphic 37">
                      <a:extLst>
                        <a:ext uri="{FF2B5EF4-FFF2-40B4-BE49-F238E27FC236}">
                          <a16:creationId xmlns:a16="http://schemas.microsoft.com/office/drawing/2014/main" id="{81C27487-326B-867D-DC51-9F6448938378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97FCF28-9241-15EC-7163-C9125554FB72}"/>
                    </a:ext>
                  </a:extLst>
                </p:cNvPr>
                <p:cNvGrpSpPr/>
                <p:nvPr userDrawn="1"/>
              </p:nvGrpSpPr>
              <p:grpSpPr>
                <a:xfrm>
                  <a:off x="-1043297" y="6048967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BA076477-ED61-8899-9F8B-D1BA2B0E47B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33" name="Graphic 32">
                      <a:extLst>
                        <a:ext uri="{FF2B5EF4-FFF2-40B4-BE49-F238E27FC236}">
                          <a16:creationId xmlns:a16="http://schemas.microsoft.com/office/drawing/2014/main" id="{8A72EBE9-06F8-CD91-F300-F76457F230E4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" name="Graphic 33">
                      <a:extLst>
                        <a:ext uri="{FF2B5EF4-FFF2-40B4-BE49-F238E27FC236}">
                          <a16:creationId xmlns:a16="http://schemas.microsoft.com/office/drawing/2014/main" id="{F68F625F-F04C-9543-1ED3-EF4908FFFC79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41E481A7-C128-F223-A5DB-F23F7E2FB11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31" name="Graphic 30">
                      <a:extLst>
                        <a:ext uri="{FF2B5EF4-FFF2-40B4-BE49-F238E27FC236}">
                          <a16:creationId xmlns:a16="http://schemas.microsoft.com/office/drawing/2014/main" id="{212F7B96-DB88-D4A5-2B0C-B1AE4E1681D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2" name="Graphic 31">
                      <a:extLst>
                        <a:ext uri="{FF2B5EF4-FFF2-40B4-BE49-F238E27FC236}">
                          <a16:creationId xmlns:a16="http://schemas.microsoft.com/office/drawing/2014/main" id="{76C325C0-4866-14A5-2DA2-53C187984228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81A3068-90ED-3C39-B3EF-9E92581211E8}"/>
                </a:ext>
              </a:extLst>
            </p:cNvPr>
            <p:cNvGrpSpPr/>
            <p:nvPr userDrawn="1"/>
          </p:nvGrpSpPr>
          <p:grpSpPr>
            <a:xfrm>
              <a:off x="-5691421" y="6004399"/>
              <a:ext cx="9276624" cy="809033"/>
              <a:chOff x="-4160949" y="6086894"/>
              <a:chExt cx="9276624" cy="809033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850B5F2-6ADB-5BB0-5A58-3D97E65D5E51}"/>
                  </a:ext>
                </a:extLst>
              </p:cNvPr>
              <p:cNvGrpSpPr/>
              <p:nvPr userDrawn="1"/>
            </p:nvGrpSpPr>
            <p:grpSpPr>
              <a:xfrm>
                <a:off x="0" y="6086894"/>
                <a:ext cx="5115675" cy="809033"/>
                <a:chOff x="-1043297" y="6048967"/>
                <a:chExt cx="5115675" cy="80903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FFC1D95-EA57-8EBF-6FE9-27C260428A10}"/>
                    </a:ext>
                  </a:extLst>
                </p:cNvPr>
                <p:cNvGrpSpPr/>
                <p:nvPr userDrawn="1"/>
              </p:nvGrpSpPr>
              <p:grpSpPr>
                <a:xfrm>
                  <a:off x="1110284" y="6048969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EEEE6FB9-CF9A-D329-954E-E224D192ADF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71" name="Graphic 70">
                      <a:extLst>
                        <a:ext uri="{FF2B5EF4-FFF2-40B4-BE49-F238E27FC236}">
                          <a16:creationId xmlns:a16="http://schemas.microsoft.com/office/drawing/2014/main" id="{4B7BEE79-8B52-8349-737C-FAB6523519C4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2" name="Graphic 71">
                      <a:extLst>
                        <a:ext uri="{FF2B5EF4-FFF2-40B4-BE49-F238E27FC236}">
                          <a16:creationId xmlns:a16="http://schemas.microsoft.com/office/drawing/2014/main" id="{8441E9B9-FDEA-C643-6174-ACD784E8C92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683CF6F9-4F9C-C28D-3093-EF6DB600829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69" name="Graphic 68">
                      <a:extLst>
                        <a:ext uri="{FF2B5EF4-FFF2-40B4-BE49-F238E27FC236}">
                          <a16:creationId xmlns:a16="http://schemas.microsoft.com/office/drawing/2014/main" id="{DBD27024-DDE4-58A7-7F0E-DDCA1DB6260A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0" name="Graphic 69">
                      <a:extLst>
                        <a:ext uri="{FF2B5EF4-FFF2-40B4-BE49-F238E27FC236}">
                          <a16:creationId xmlns:a16="http://schemas.microsoft.com/office/drawing/2014/main" id="{780B1578-2B15-EBD3-D653-D1DB9DB5ADA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DE3A2F26-E2F0-ABA0-FF3E-3EC32CC52DD3}"/>
                    </a:ext>
                  </a:extLst>
                </p:cNvPr>
                <p:cNvGrpSpPr/>
                <p:nvPr userDrawn="1"/>
              </p:nvGrpSpPr>
              <p:grpSpPr>
                <a:xfrm>
                  <a:off x="-1043297" y="6048967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8865D168-A4D2-1FD4-885C-512CDA6B4E2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65" name="Graphic 64">
                      <a:extLst>
                        <a:ext uri="{FF2B5EF4-FFF2-40B4-BE49-F238E27FC236}">
                          <a16:creationId xmlns:a16="http://schemas.microsoft.com/office/drawing/2014/main" id="{0409F570-1329-E8D8-FBF5-39066D8DE4F8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6" name="Graphic 65">
                      <a:extLst>
                        <a:ext uri="{FF2B5EF4-FFF2-40B4-BE49-F238E27FC236}">
                          <a16:creationId xmlns:a16="http://schemas.microsoft.com/office/drawing/2014/main" id="{28C0538E-2C84-49FD-2C46-A0F27E3051CF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7E54709A-6E8E-4976-1916-2D81D1B17AA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63" name="Graphic 62">
                      <a:extLst>
                        <a:ext uri="{FF2B5EF4-FFF2-40B4-BE49-F238E27FC236}">
                          <a16:creationId xmlns:a16="http://schemas.microsoft.com/office/drawing/2014/main" id="{070C58C2-7C4F-2BD6-DD84-E9BDD7F8BF19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4" name="Graphic 63">
                      <a:extLst>
                        <a:ext uri="{FF2B5EF4-FFF2-40B4-BE49-F238E27FC236}">
                          <a16:creationId xmlns:a16="http://schemas.microsoft.com/office/drawing/2014/main" id="{E7E28EE7-5F12-4496-C00E-C5542B884C31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E5420A49-76C0-8800-2019-4032A2C25DE1}"/>
                  </a:ext>
                </a:extLst>
              </p:cNvPr>
              <p:cNvGrpSpPr/>
              <p:nvPr userDrawn="1"/>
            </p:nvGrpSpPr>
            <p:grpSpPr>
              <a:xfrm>
                <a:off x="-4160949" y="6086894"/>
                <a:ext cx="5115675" cy="809033"/>
                <a:chOff x="-1043297" y="6048967"/>
                <a:chExt cx="5115675" cy="809033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99042E42-96C1-EB8F-AA2E-5EDED89E3108}"/>
                    </a:ext>
                  </a:extLst>
                </p:cNvPr>
                <p:cNvGrpSpPr/>
                <p:nvPr userDrawn="1"/>
              </p:nvGrpSpPr>
              <p:grpSpPr>
                <a:xfrm>
                  <a:off x="1110284" y="6048969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D0A9AAD5-9875-8971-8BF6-3EEC1C42690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57" name="Graphic 56">
                      <a:extLst>
                        <a:ext uri="{FF2B5EF4-FFF2-40B4-BE49-F238E27FC236}">
                          <a16:creationId xmlns:a16="http://schemas.microsoft.com/office/drawing/2014/main" id="{35C77985-4621-494F-E841-8A8A86715B8E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8" name="Graphic 57">
                      <a:extLst>
                        <a:ext uri="{FF2B5EF4-FFF2-40B4-BE49-F238E27FC236}">
                          <a16:creationId xmlns:a16="http://schemas.microsoft.com/office/drawing/2014/main" id="{F8F0F47C-33AD-C2A3-5A69-3BA57DD4B9AB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19F11C30-22D4-381E-5BAF-3E729523394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55" name="Graphic 54">
                      <a:extLst>
                        <a:ext uri="{FF2B5EF4-FFF2-40B4-BE49-F238E27FC236}">
                          <a16:creationId xmlns:a16="http://schemas.microsoft.com/office/drawing/2014/main" id="{A2F60A51-ED2C-3C41-0BEE-3177F471FC9F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6" name="Graphic 55">
                      <a:extLst>
                        <a:ext uri="{FF2B5EF4-FFF2-40B4-BE49-F238E27FC236}">
                          <a16:creationId xmlns:a16="http://schemas.microsoft.com/office/drawing/2014/main" id="{E7B090B8-19B1-E674-A9DC-975095297872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DBA475A6-88B0-F347-603B-49ED3E94AFF3}"/>
                    </a:ext>
                  </a:extLst>
                </p:cNvPr>
                <p:cNvGrpSpPr/>
                <p:nvPr userDrawn="1"/>
              </p:nvGrpSpPr>
              <p:grpSpPr>
                <a:xfrm>
                  <a:off x="-1043297" y="6048967"/>
                  <a:ext cx="2962094" cy="809031"/>
                  <a:chOff x="-342429" y="5997958"/>
                  <a:chExt cx="2962094" cy="809031"/>
                </a:xfrm>
              </p:grpSpPr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6870D5DF-2ECC-EDD1-500C-2360F166C27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678729" y="5997959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51" name="Graphic 50">
                      <a:extLst>
                        <a:ext uri="{FF2B5EF4-FFF2-40B4-BE49-F238E27FC236}">
                          <a16:creationId xmlns:a16="http://schemas.microsoft.com/office/drawing/2014/main" id="{C1BEAF00-BEE4-FF5D-DAE8-18AE2354E3F1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2" name="Graphic 51">
                      <a:extLst>
                        <a:ext uri="{FF2B5EF4-FFF2-40B4-BE49-F238E27FC236}">
                          <a16:creationId xmlns:a16="http://schemas.microsoft.com/office/drawing/2014/main" id="{CF81CD68-B6E7-BA1F-24DD-235BE6FC6AC2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39B35F72-4D48-7F4E-72D3-6568670ED1C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342429" y="5997958"/>
                    <a:ext cx="1940936" cy="809030"/>
                    <a:chOff x="678729" y="5997959"/>
                    <a:chExt cx="1940936" cy="809030"/>
                  </a:xfrm>
                </p:grpSpPr>
                <p:pic>
                  <p:nvPicPr>
                    <p:cNvPr id="49" name="Graphic 48">
                      <a:extLst>
                        <a:ext uri="{FF2B5EF4-FFF2-40B4-BE49-F238E27FC236}">
                          <a16:creationId xmlns:a16="http://schemas.microsoft.com/office/drawing/2014/main" id="{525831C1-C33D-BC28-66D5-D4A550E3FB89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217929" y="5997959"/>
                      <a:ext cx="1401736" cy="80902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0" name="Graphic 49">
                      <a:extLst>
                        <a:ext uri="{FF2B5EF4-FFF2-40B4-BE49-F238E27FC236}">
                          <a16:creationId xmlns:a16="http://schemas.microsoft.com/office/drawing/2014/main" id="{D2563CC1-1C00-8E48-40EB-6F5E14D6F2D5}"/>
                        </a:ext>
                      </a:extLst>
                    </p:cNvPr>
                    <p:cNvPicPr>
                      <a:picLocks noChangeAspect="1"/>
                    </p:cNvPicPr>
                    <p:nvPr userDrawn="1"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78729" y="5997960"/>
                      <a:ext cx="1401736" cy="809029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88797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964C-1435-4A9B-B6D7-3FAACBA2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 sz="2800"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 sz="2400"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 sz="2000"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 sz="2000"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972EA28-DC29-4A56-B1B5-512FAAC3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3419910-B3BF-4D13-B49B-6D86C505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B6277A5-EC12-49B4-8FC1-F51CAE20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44972E-0D49-4C7C-860B-171896DF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572C5CD-BF16-FCC3-8F08-C123826BD902}"/>
              </a:ext>
            </a:extLst>
          </p:cNvPr>
          <p:cNvGrpSpPr>
            <a:grpSpLocks noChangeAspect="1"/>
          </p:cNvGrpSpPr>
          <p:nvPr userDrawn="1"/>
        </p:nvGrpSpPr>
        <p:grpSpPr>
          <a:xfrm flipV="1">
            <a:off x="10688509" y="1367191"/>
            <a:ext cx="1381570" cy="134237"/>
            <a:chOff x="-4160949" y="6086894"/>
            <a:chExt cx="9276624" cy="809033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59F24AB-5AF5-0D60-CD94-14FC3DD9E155}"/>
                </a:ext>
              </a:extLst>
            </p:cNvPr>
            <p:cNvGrpSpPr/>
            <p:nvPr userDrawn="1"/>
          </p:nvGrpSpPr>
          <p:grpSpPr>
            <a:xfrm>
              <a:off x="0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6E9F47BA-A27F-7CC1-F03A-B62481F7866D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2DCEE4EF-0920-B150-3C60-EA0805509A14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00" name="Graphic 99">
                    <a:extLst>
                      <a:ext uri="{FF2B5EF4-FFF2-40B4-BE49-F238E27FC236}">
                        <a16:creationId xmlns:a16="http://schemas.microsoft.com/office/drawing/2014/main" id="{BCDCDC48-F75F-B08B-5BB6-C275164624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01" name="Graphic 100">
                    <a:extLst>
                      <a:ext uri="{FF2B5EF4-FFF2-40B4-BE49-F238E27FC236}">
                        <a16:creationId xmlns:a16="http://schemas.microsoft.com/office/drawing/2014/main" id="{2E16DA29-18D4-A5C2-C525-424A548628F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F492C701-96A9-AFD9-05F6-54AEE97C644C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98" name="Graphic 97">
                    <a:extLst>
                      <a:ext uri="{FF2B5EF4-FFF2-40B4-BE49-F238E27FC236}">
                        <a16:creationId xmlns:a16="http://schemas.microsoft.com/office/drawing/2014/main" id="{8C7894BD-A307-A1D7-5DFD-D4C39E99113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99" name="Graphic 98">
                    <a:extLst>
                      <a:ext uri="{FF2B5EF4-FFF2-40B4-BE49-F238E27FC236}">
                        <a16:creationId xmlns:a16="http://schemas.microsoft.com/office/drawing/2014/main" id="{CB5842DD-EEF9-F237-5D40-B39F43C1612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A8F0070-9671-A6D0-13EA-13B0B7F3D2EA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D9EA1507-9A34-EF55-762A-C2E5389227E6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94" name="Graphic 93">
                    <a:extLst>
                      <a:ext uri="{FF2B5EF4-FFF2-40B4-BE49-F238E27FC236}">
                        <a16:creationId xmlns:a16="http://schemas.microsoft.com/office/drawing/2014/main" id="{976D5F5F-C1DA-5E76-CDC4-88604791A11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95" name="Graphic 94">
                    <a:extLst>
                      <a:ext uri="{FF2B5EF4-FFF2-40B4-BE49-F238E27FC236}">
                        <a16:creationId xmlns:a16="http://schemas.microsoft.com/office/drawing/2014/main" id="{E82C2E25-4B0F-E1D8-CEF8-1BBCFB24C14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3C4D8B4D-A4A6-EE74-05AD-32D187FBE35D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92" name="Graphic 91">
                    <a:extLst>
                      <a:ext uri="{FF2B5EF4-FFF2-40B4-BE49-F238E27FC236}">
                        <a16:creationId xmlns:a16="http://schemas.microsoft.com/office/drawing/2014/main" id="{6B9A9D59-A64D-4516-6F76-ECA57E3AC5B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93" name="Graphic 92">
                    <a:extLst>
                      <a:ext uri="{FF2B5EF4-FFF2-40B4-BE49-F238E27FC236}">
                        <a16:creationId xmlns:a16="http://schemas.microsoft.com/office/drawing/2014/main" id="{FD777E7F-F0C9-0593-278C-66E78399F7C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85E8E5F-3FFF-EC31-2E46-B96B1C64B60E}"/>
                </a:ext>
              </a:extLst>
            </p:cNvPr>
            <p:cNvGrpSpPr/>
            <p:nvPr userDrawn="1"/>
          </p:nvGrpSpPr>
          <p:grpSpPr>
            <a:xfrm>
              <a:off x="-4160949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CE26051-F60A-AFCF-D8D5-C489AC88DC58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AFC2A042-05CD-FDD0-A4BC-24E5F7DDE55E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86" name="Graphic 85">
                    <a:extLst>
                      <a:ext uri="{FF2B5EF4-FFF2-40B4-BE49-F238E27FC236}">
                        <a16:creationId xmlns:a16="http://schemas.microsoft.com/office/drawing/2014/main" id="{9703A62E-1328-5BF0-63E1-5365A0A9D1F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144665C0-C2EA-817D-E10E-798D125B61D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FB70CA7F-C378-F2D9-1391-D24DF3E618EE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84" name="Graphic 83">
                    <a:extLst>
                      <a:ext uri="{FF2B5EF4-FFF2-40B4-BE49-F238E27FC236}">
                        <a16:creationId xmlns:a16="http://schemas.microsoft.com/office/drawing/2014/main" id="{9A9CE453-A36B-49D2-9897-A7DCF2CE08B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85" name="Graphic 84">
                    <a:extLst>
                      <a:ext uri="{FF2B5EF4-FFF2-40B4-BE49-F238E27FC236}">
                        <a16:creationId xmlns:a16="http://schemas.microsoft.com/office/drawing/2014/main" id="{7F559D14-4CED-219B-B857-5C7598263EF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113E9D6B-9FD6-0D6D-A7E6-EEE9A190F5BB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FB37EBA6-8917-48DA-1C32-3835004C8507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80" name="Graphic 79">
                    <a:extLst>
                      <a:ext uri="{FF2B5EF4-FFF2-40B4-BE49-F238E27FC236}">
                        <a16:creationId xmlns:a16="http://schemas.microsoft.com/office/drawing/2014/main" id="{88D41AA7-720D-D9AF-44B3-4067B391B02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81" name="Graphic 80">
                    <a:extLst>
                      <a:ext uri="{FF2B5EF4-FFF2-40B4-BE49-F238E27FC236}">
                        <a16:creationId xmlns:a16="http://schemas.microsoft.com/office/drawing/2014/main" id="{7E1610CC-469F-E0BD-3BF2-8409810A02A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39783368-A9AB-EC51-59A9-82AD397F440B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78" name="Graphic 77">
                    <a:extLst>
                      <a:ext uri="{FF2B5EF4-FFF2-40B4-BE49-F238E27FC236}">
                        <a16:creationId xmlns:a16="http://schemas.microsoft.com/office/drawing/2014/main" id="{F3C665E2-A3E2-3F0A-2E46-B4E67B93EA7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79" name="Graphic 78">
                    <a:extLst>
                      <a:ext uri="{FF2B5EF4-FFF2-40B4-BE49-F238E27FC236}">
                        <a16:creationId xmlns:a16="http://schemas.microsoft.com/office/drawing/2014/main" id="{30459D02-311E-EF5A-3FCA-9831094C588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393611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76D1-368B-44B1-8691-B1A9051E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91A90-2ED0-4B89-81E0-AC2387EB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F7D4FF0-A35A-4E78-BFFC-6E1F13CB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9BE47FB-75F3-4FB7-B280-28E22CFF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8F017BC-6263-49C9-ACF2-56964FD5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E1E1F1D-8C63-85FE-1884-22871C155E9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530007" y="1123416"/>
            <a:ext cx="4661993" cy="452972"/>
            <a:chOff x="-4160949" y="6086894"/>
            <a:chExt cx="9276624" cy="8090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CAA9699-5726-C0BA-2713-27A2B0D37EBC}"/>
                </a:ext>
              </a:extLst>
            </p:cNvPr>
            <p:cNvGrpSpPr/>
            <p:nvPr userDrawn="1"/>
          </p:nvGrpSpPr>
          <p:grpSpPr>
            <a:xfrm>
              <a:off x="0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5F111EF0-BFED-C1B6-DDBD-ECDA6FD3C2FC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2DF68195-CE0A-F8F5-D4C6-7A78E51F8DEC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36" name="Graphic 135">
                    <a:extLst>
                      <a:ext uri="{FF2B5EF4-FFF2-40B4-BE49-F238E27FC236}">
                        <a16:creationId xmlns:a16="http://schemas.microsoft.com/office/drawing/2014/main" id="{6CB491CA-4073-3EAA-896D-23AC3F42265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37" name="Graphic 136">
                    <a:extLst>
                      <a:ext uri="{FF2B5EF4-FFF2-40B4-BE49-F238E27FC236}">
                        <a16:creationId xmlns:a16="http://schemas.microsoft.com/office/drawing/2014/main" id="{E55E7339-EB6B-D803-8246-437F27EFCB9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E532D1B1-236C-A2D2-0C03-BCE75EEA3B49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34" name="Graphic 133">
                    <a:extLst>
                      <a:ext uri="{FF2B5EF4-FFF2-40B4-BE49-F238E27FC236}">
                        <a16:creationId xmlns:a16="http://schemas.microsoft.com/office/drawing/2014/main" id="{9E5AD57D-B005-2A45-551C-0F85DE49321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35" name="Graphic 134">
                    <a:extLst>
                      <a:ext uri="{FF2B5EF4-FFF2-40B4-BE49-F238E27FC236}">
                        <a16:creationId xmlns:a16="http://schemas.microsoft.com/office/drawing/2014/main" id="{ACFAE6F2-9EEA-571F-B709-EAA0A897C6F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ECCC4249-117D-25D4-06C5-32107B36A969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D225461E-7031-9489-A02E-A921C2054EFB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30" name="Graphic 129">
                    <a:extLst>
                      <a:ext uri="{FF2B5EF4-FFF2-40B4-BE49-F238E27FC236}">
                        <a16:creationId xmlns:a16="http://schemas.microsoft.com/office/drawing/2014/main" id="{2A35803F-6E10-D062-2921-987AC03869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31" name="Graphic 130">
                    <a:extLst>
                      <a:ext uri="{FF2B5EF4-FFF2-40B4-BE49-F238E27FC236}">
                        <a16:creationId xmlns:a16="http://schemas.microsoft.com/office/drawing/2014/main" id="{61C78E27-4F61-91B3-67C1-27A5A878102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38A2B9E3-440D-12E4-424D-66C72A709708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28" name="Graphic 127">
                    <a:extLst>
                      <a:ext uri="{FF2B5EF4-FFF2-40B4-BE49-F238E27FC236}">
                        <a16:creationId xmlns:a16="http://schemas.microsoft.com/office/drawing/2014/main" id="{CEB63A72-07AD-2A8C-2F2E-3C074B842A8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29" name="Graphic 128">
                    <a:extLst>
                      <a:ext uri="{FF2B5EF4-FFF2-40B4-BE49-F238E27FC236}">
                        <a16:creationId xmlns:a16="http://schemas.microsoft.com/office/drawing/2014/main" id="{6E5B082D-99DA-A94A-DD69-9B86DFEDDD8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3DE4F70-978F-079D-5672-11E4C5459D8C}"/>
                </a:ext>
              </a:extLst>
            </p:cNvPr>
            <p:cNvGrpSpPr/>
            <p:nvPr userDrawn="1"/>
          </p:nvGrpSpPr>
          <p:grpSpPr>
            <a:xfrm>
              <a:off x="-4160949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F8C3102-5711-CD28-C2D9-E644EF47A75B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CDEB62A7-2BD7-FACA-741A-C1A881617C35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22" name="Graphic 121">
                    <a:extLst>
                      <a:ext uri="{FF2B5EF4-FFF2-40B4-BE49-F238E27FC236}">
                        <a16:creationId xmlns:a16="http://schemas.microsoft.com/office/drawing/2014/main" id="{2FFEDF82-E397-3091-C0D4-201F9E4B65B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23" name="Graphic 122">
                    <a:extLst>
                      <a:ext uri="{FF2B5EF4-FFF2-40B4-BE49-F238E27FC236}">
                        <a16:creationId xmlns:a16="http://schemas.microsoft.com/office/drawing/2014/main" id="{D5F649D2-E9B4-59EE-3279-5C9582A23D1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FB08D6DD-0F8B-9BBC-F037-C29D32CD5D4E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20" name="Graphic 119">
                    <a:extLst>
                      <a:ext uri="{FF2B5EF4-FFF2-40B4-BE49-F238E27FC236}">
                        <a16:creationId xmlns:a16="http://schemas.microsoft.com/office/drawing/2014/main" id="{120F2C4C-45B1-EA4D-A17C-27CED0405FA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21" name="Graphic 120">
                    <a:extLst>
                      <a:ext uri="{FF2B5EF4-FFF2-40B4-BE49-F238E27FC236}">
                        <a16:creationId xmlns:a16="http://schemas.microsoft.com/office/drawing/2014/main" id="{F631C152-04B7-C882-394A-279119E53FB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3DA24A3D-CB00-DC21-331B-5146194CF50F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F436B316-E55A-579D-8D5D-C431908A23D9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16" name="Graphic 115">
                    <a:extLst>
                      <a:ext uri="{FF2B5EF4-FFF2-40B4-BE49-F238E27FC236}">
                        <a16:creationId xmlns:a16="http://schemas.microsoft.com/office/drawing/2014/main" id="{E8E51F0F-5B6B-652E-F7FA-60F03D6934D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17" name="Graphic 116">
                    <a:extLst>
                      <a:ext uri="{FF2B5EF4-FFF2-40B4-BE49-F238E27FC236}">
                        <a16:creationId xmlns:a16="http://schemas.microsoft.com/office/drawing/2014/main" id="{CD008A29-3A7B-83B1-6182-95040D45DA6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9CA3AD80-EB89-FBD8-C449-8BE9351E65C2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14" name="Graphic 113">
                    <a:extLst>
                      <a:ext uri="{FF2B5EF4-FFF2-40B4-BE49-F238E27FC236}">
                        <a16:creationId xmlns:a16="http://schemas.microsoft.com/office/drawing/2014/main" id="{A17644EF-5C37-350B-9EE1-D84822F74F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15" name="Graphic 114">
                    <a:extLst>
                      <a:ext uri="{FF2B5EF4-FFF2-40B4-BE49-F238E27FC236}">
                        <a16:creationId xmlns:a16="http://schemas.microsoft.com/office/drawing/2014/main" id="{D10DE1D5-A622-38A9-705E-90069AE0D97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290866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856F-9B41-494D-AC31-3ED7EE51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6843E-E4BE-4A96-92B0-9F0C9D0EA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544" y="1500884"/>
            <a:ext cx="5760000" cy="4680000"/>
          </a:xfrm>
        </p:spPr>
        <p:txBody>
          <a:bodyPr/>
          <a:lstStyle>
            <a:lvl1pPr>
              <a:defRPr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28D92-EAAF-46D6-81D1-9192CD8A3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079" y="1500884"/>
            <a:ext cx="5760000" cy="4680000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67FDDD6-384E-4917-9F64-B79C346B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12CB58C-ABFD-445C-AFA6-55BD36DF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EA394E2-B830-4E24-BA65-10609169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5618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856F-9B41-494D-AC31-3ED7EE51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6843E-E4BE-4A96-92B0-9F0C9D0EA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544" y="1500884"/>
            <a:ext cx="5760000" cy="4680000"/>
          </a:xfrm>
        </p:spPr>
        <p:txBody>
          <a:bodyPr/>
          <a:lstStyle>
            <a:lvl1pPr>
              <a:defRPr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1BD46AD-4B87-47D3-A7AC-21E2B8A8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A00BE6-A3BA-47C6-AB66-9D20888D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A89EAF-6C77-45BC-B717-82CCF342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8501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856F-9B41-494D-AC31-3ED7EE51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28D92-EAAF-46D6-81D1-9192CD8A3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079" y="1500884"/>
            <a:ext cx="5760000" cy="4680000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0D42D96-8068-4175-9BCB-77CBEB82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BD48E3A-8516-4F2F-A205-68CDF89D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2DE1D-2251-4908-AF5D-825D449A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15061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CFAE-0EE0-41DC-AEB0-F2FF576F6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A411E-72BD-4B57-9FE8-CAC74AE4A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9859" y="2184437"/>
            <a:ext cx="5760000" cy="3932614"/>
          </a:xfrm>
        </p:spPr>
        <p:txBody>
          <a:bodyPr/>
          <a:lstStyle>
            <a:lvl1pPr>
              <a:defRPr b="0"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 b="0"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 b="0"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 b="0"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 b="0"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4506B-C9A7-42D2-807C-2966DCFF5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0079" y="1535885"/>
            <a:ext cx="5760000" cy="5040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93016-8A03-49C0-AEDB-C10E7C27C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0079" y="2184437"/>
            <a:ext cx="5760000" cy="3932615"/>
          </a:xfrm>
        </p:spPr>
        <p:txBody>
          <a:bodyPr/>
          <a:lstStyle>
            <a:lvl1pPr>
              <a:defRPr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19CC722-97C6-427E-B088-6C09D4B0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671DD0A-413F-41CD-A104-9E8D379D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7F6D27B-638D-45E9-83C9-26A321E5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04C99AE-C57B-422B-886A-6B5CDD44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7482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CFAE-0EE0-41DC-AEB0-F2FF576F6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A411E-72BD-4B57-9FE8-CAC74AE4A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9859" y="2184437"/>
            <a:ext cx="5760000" cy="3932614"/>
          </a:xfrm>
        </p:spPr>
        <p:txBody>
          <a:bodyPr/>
          <a:lstStyle>
            <a:lvl1pPr>
              <a:defRPr b="0"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 b="0"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 b="0"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 b="0"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 b="0"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19CC722-97C6-427E-B088-6C09D4B0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1A86DA-CE43-48B4-BC31-FD80E8C2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A23553-EC8C-4CED-9FC3-63164A56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A758D6B-C87E-4B39-BB4E-EA6B39FF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3823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4506B-C9A7-42D2-807C-2966DCFF5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0079" y="1535885"/>
            <a:ext cx="5760000" cy="50400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8415C"/>
                </a:solidFill>
                <a:latin typeface="Montserra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93016-8A03-49C0-AEDB-C10E7C27C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0079" y="2184437"/>
            <a:ext cx="5760000" cy="3932615"/>
          </a:xfrm>
        </p:spPr>
        <p:txBody>
          <a:bodyPr/>
          <a:lstStyle>
            <a:lvl1pPr>
              <a:defRPr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19CC722-97C6-427E-B088-6C09D4B0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AA34A5B-DE54-41FA-B0F9-D986EAD2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17A76C7-94DB-433B-B507-5AC5AE18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E72187A-5F96-43A3-81DE-6B12BF52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90177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964C-1435-4A9B-B6D7-3FAACBA2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38415C"/>
                </a:solidFill>
                <a:latin typeface="Montserrat" pitchFamily="2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rgbClr val="38415C"/>
                </a:solidFill>
                <a:latin typeface="Montserrat" pitchFamily="2" charset="0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None/>
              <a:defRPr sz="2800" b="0">
                <a:solidFill>
                  <a:srgbClr val="38415C"/>
                </a:solidFill>
                <a:latin typeface="Montserrat" pitchFamily="2" charset="0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rgbClr val="38415C"/>
                </a:solidFill>
                <a:latin typeface="Montserrat" pitchFamily="2" charset="0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972EA28-DC29-4A56-B1B5-512FAAC3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37E9BFD-6721-46CA-8C6A-C3AB5DFC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4841157-4E77-4608-8C56-CB6E8623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543E5B7-C5ED-418E-9CE2-E0807126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7590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de Definiçõ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964C-1435-4A9B-B6D7-3FAACBA2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38415C"/>
                </a:solidFill>
                <a:latin typeface="Montserrat" pitchFamily="2" charset="0"/>
              </a:defRPr>
            </a:lvl1pPr>
            <a:lvl2pPr>
              <a:defRPr sz="2800">
                <a:solidFill>
                  <a:srgbClr val="38415C"/>
                </a:solidFill>
                <a:latin typeface="Montserrat" pitchFamily="2" charset="0"/>
              </a:defRPr>
            </a:lvl2pPr>
            <a:lvl3pPr>
              <a:defRPr sz="2400">
                <a:solidFill>
                  <a:srgbClr val="38415C"/>
                </a:solidFill>
                <a:latin typeface="Montserrat" pitchFamily="2" charset="0"/>
              </a:defRPr>
            </a:lvl3pPr>
            <a:lvl4pPr>
              <a:defRPr sz="2000">
                <a:solidFill>
                  <a:srgbClr val="38415C"/>
                </a:solidFill>
                <a:latin typeface="Montserrat" pitchFamily="2" charset="0"/>
              </a:defRPr>
            </a:lvl4pPr>
            <a:lvl5pPr>
              <a:defRPr sz="2000">
                <a:solidFill>
                  <a:srgbClr val="38415C"/>
                </a:solidFill>
                <a:latin typeface="Montserra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972EA28-DC29-4A56-B1B5-512FAAC3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5026A1E-0377-4397-9212-31CE25D5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733CEFF-CCAD-4C1D-BC8E-113279A8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B6145D-02AE-41D9-95D4-BF7E3A4F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600"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3440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CFF9-9E6D-4771-93DF-4E925ABA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8415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D462FF5-4EB2-41EC-ABC0-19EB8F5E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EAE154-ADD0-473D-B506-7E3886F9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CD10313-BCA2-44EB-B4A1-72CF80BF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06341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832CF-5BB9-482A-8872-A6A54469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88D4E-7BEF-4420-9D37-2A5D10EC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6D456-0BEC-4864-8835-FF0C040B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687491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307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26CD90A-5C00-41A1-1186-B6D7EF1269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644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1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49682D-B9BD-4B7A-A029-7A5A93E28A61}"/>
              </a:ext>
            </a:extLst>
          </p:cNvPr>
          <p:cNvSpPr/>
          <p:nvPr userDrawn="1"/>
        </p:nvSpPr>
        <p:spPr>
          <a:xfrm>
            <a:off x="0" y="6211797"/>
            <a:ext cx="12192000" cy="646203"/>
          </a:xfrm>
          <a:prstGeom prst="rect">
            <a:avLst/>
          </a:prstGeom>
          <a:solidFill>
            <a:srgbClr val="00345B"/>
          </a:solidFill>
          <a:ln>
            <a:solidFill>
              <a:srgbClr val="3841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9079D-0C92-47DA-9D57-627D685E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EBFFD-E78C-42CD-B6EA-F00AF146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7AC0F-CBC4-491E-8CAF-31BA9D7DD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87C7D8"/>
                </a:solidFill>
                <a:latin typeface="Montserrat" pitchFamily="2" charset="0"/>
              </a:defRPr>
            </a:lvl1pPr>
          </a:lstStyle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A319B-268C-4752-AAEC-117ABC0D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87C7D8"/>
                </a:solidFill>
                <a:latin typeface="Montserrat" pitchFamily="2" charset="0"/>
              </a:defRPr>
            </a:lvl1pPr>
          </a:lstStyle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6366F-9D55-4AEB-8248-1CBAD93DC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0" b="1">
                <a:solidFill>
                  <a:srgbClr val="87C7D8"/>
                </a:solidFill>
                <a:latin typeface="Montserrat" pitchFamily="2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11A63-B28C-434F-B2FC-6B1808E4A221}"/>
              </a:ext>
            </a:extLst>
          </p:cNvPr>
          <p:cNvSpPr txBox="1"/>
          <p:nvPr userDrawn="1"/>
        </p:nvSpPr>
        <p:spPr>
          <a:xfrm>
            <a:off x="11450783" y="6431171"/>
            <a:ext cx="741217" cy="482136"/>
          </a:xfrm>
          <a:prstGeom prst="rect">
            <a:avLst/>
          </a:prstGeom>
          <a:noFill/>
          <a:ln>
            <a:solidFill>
              <a:srgbClr val="3841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pt-BR" sz="2800" b="1" dirty="0">
                <a:solidFill>
                  <a:srgbClr val="87C7D8"/>
                </a:solidFill>
              </a:rPr>
              <a:t>/15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27A980-541F-E0D9-6FC2-762D3FE08F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74526" y="75831"/>
            <a:ext cx="1315039" cy="131503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550A4F9-7114-E576-6958-19090247C875}"/>
              </a:ext>
            </a:extLst>
          </p:cNvPr>
          <p:cNvGrpSpPr>
            <a:grpSpLocks noChangeAspect="1"/>
          </p:cNvGrpSpPr>
          <p:nvPr userDrawn="1"/>
        </p:nvGrpSpPr>
        <p:grpSpPr>
          <a:xfrm flipV="1">
            <a:off x="10688509" y="1367191"/>
            <a:ext cx="1381570" cy="134237"/>
            <a:chOff x="-4160949" y="6086894"/>
            <a:chExt cx="9276624" cy="80903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8679B0-428D-CD45-5D35-3B41B1DCEA83}"/>
                </a:ext>
              </a:extLst>
            </p:cNvPr>
            <p:cNvGrpSpPr/>
            <p:nvPr userDrawn="1"/>
          </p:nvGrpSpPr>
          <p:grpSpPr>
            <a:xfrm>
              <a:off x="0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2A9BAEF-C73C-7B46-F4F8-4BCF3CE3DBB1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596F58DE-D5F0-69BB-6385-5B64C27971F1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39" name="Graphic 38">
                    <a:extLst>
                      <a:ext uri="{FF2B5EF4-FFF2-40B4-BE49-F238E27FC236}">
                        <a16:creationId xmlns:a16="http://schemas.microsoft.com/office/drawing/2014/main" id="{122F5863-D18C-172C-8C31-589017E5B4B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40" name="Graphic 39">
                    <a:extLst>
                      <a:ext uri="{FF2B5EF4-FFF2-40B4-BE49-F238E27FC236}">
                        <a16:creationId xmlns:a16="http://schemas.microsoft.com/office/drawing/2014/main" id="{E9243137-4727-247A-2452-817FF6695AA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736D9020-4010-7706-FBBE-EE1232F9784F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37" name="Graphic 36">
                    <a:extLst>
                      <a:ext uri="{FF2B5EF4-FFF2-40B4-BE49-F238E27FC236}">
                        <a16:creationId xmlns:a16="http://schemas.microsoft.com/office/drawing/2014/main" id="{9199DBD0-44DB-A73E-9094-D4C197799CA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38" name="Graphic 37">
                    <a:extLst>
                      <a:ext uri="{FF2B5EF4-FFF2-40B4-BE49-F238E27FC236}">
                        <a16:creationId xmlns:a16="http://schemas.microsoft.com/office/drawing/2014/main" id="{B731F5A9-8659-D87C-644A-DA7737A34AE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5D8F7DA-FF1F-ABB1-00FB-F58CA51820F0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AF2A06AD-445A-9ACB-FDF4-A44993110185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33" name="Graphic 32">
                    <a:extLst>
                      <a:ext uri="{FF2B5EF4-FFF2-40B4-BE49-F238E27FC236}">
                        <a16:creationId xmlns:a16="http://schemas.microsoft.com/office/drawing/2014/main" id="{CB1E5F81-B757-7ABE-E853-72E7DE165EB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34" name="Graphic 33">
                    <a:extLst>
                      <a:ext uri="{FF2B5EF4-FFF2-40B4-BE49-F238E27FC236}">
                        <a16:creationId xmlns:a16="http://schemas.microsoft.com/office/drawing/2014/main" id="{8E5B09A5-F535-137F-3B83-6C93B90AFC5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358C355A-F3C6-85FF-87F7-5444155E8D36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31" name="Graphic 30">
                    <a:extLst>
                      <a:ext uri="{FF2B5EF4-FFF2-40B4-BE49-F238E27FC236}">
                        <a16:creationId xmlns:a16="http://schemas.microsoft.com/office/drawing/2014/main" id="{F0D2C508-5218-70F1-8ACE-4CBA3097EA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2F292CEA-99CA-C1AD-090E-72118BB26C0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D6DDBE2-191B-1F1E-44B6-13AACA6C38ED}"/>
                </a:ext>
              </a:extLst>
            </p:cNvPr>
            <p:cNvGrpSpPr/>
            <p:nvPr userDrawn="1"/>
          </p:nvGrpSpPr>
          <p:grpSpPr>
            <a:xfrm>
              <a:off x="-4160949" y="6086894"/>
              <a:ext cx="5115675" cy="809033"/>
              <a:chOff x="-1043297" y="6048967"/>
              <a:chExt cx="5115675" cy="80903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84F940F-FB76-8B0E-F932-6F419390ACBE}"/>
                  </a:ext>
                </a:extLst>
              </p:cNvPr>
              <p:cNvGrpSpPr/>
              <p:nvPr userDrawn="1"/>
            </p:nvGrpSpPr>
            <p:grpSpPr>
              <a:xfrm>
                <a:off x="1110284" y="6048969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8E08E301-9DF4-0D70-5CAF-F8A876290E6F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25" name="Graphic 24">
                    <a:extLst>
                      <a:ext uri="{FF2B5EF4-FFF2-40B4-BE49-F238E27FC236}">
                        <a16:creationId xmlns:a16="http://schemas.microsoft.com/office/drawing/2014/main" id="{DB0505B2-06D5-4134-2786-3F4D641F32E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26" name="Graphic 25">
                    <a:extLst>
                      <a:ext uri="{FF2B5EF4-FFF2-40B4-BE49-F238E27FC236}">
                        <a16:creationId xmlns:a16="http://schemas.microsoft.com/office/drawing/2014/main" id="{4367E9A1-0B83-05D2-70FD-BD6A0881F64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B0B97AF-9BA6-FF76-9816-9FF3ACFAAA30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23" name="Graphic 22">
                    <a:extLst>
                      <a:ext uri="{FF2B5EF4-FFF2-40B4-BE49-F238E27FC236}">
                        <a16:creationId xmlns:a16="http://schemas.microsoft.com/office/drawing/2014/main" id="{A665F9B9-84DC-0C63-1097-CD78E2139CF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24" name="Graphic 23">
                    <a:extLst>
                      <a:ext uri="{FF2B5EF4-FFF2-40B4-BE49-F238E27FC236}">
                        <a16:creationId xmlns:a16="http://schemas.microsoft.com/office/drawing/2014/main" id="{D98D31F3-E34C-898A-ACD2-A1AE75E0533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4DB8A86-36F5-D2FA-767F-E2592CDF3FB9}"/>
                  </a:ext>
                </a:extLst>
              </p:cNvPr>
              <p:cNvGrpSpPr/>
              <p:nvPr userDrawn="1"/>
            </p:nvGrpSpPr>
            <p:grpSpPr>
              <a:xfrm>
                <a:off x="-1043297" y="6048967"/>
                <a:ext cx="2962094" cy="809031"/>
                <a:chOff x="-342429" y="5997958"/>
                <a:chExt cx="2962094" cy="80903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970D390-BC94-1D52-F305-C21407ADDCEF}"/>
                    </a:ext>
                  </a:extLst>
                </p:cNvPr>
                <p:cNvGrpSpPr/>
                <p:nvPr userDrawn="1"/>
              </p:nvGrpSpPr>
              <p:grpSpPr>
                <a:xfrm>
                  <a:off x="678729" y="5997959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9" name="Graphic 18">
                    <a:extLst>
                      <a:ext uri="{FF2B5EF4-FFF2-40B4-BE49-F238E27FC236}">
                        <a16:creationId xmlns:a16="http://schemas.microsoft.com/office/drawing/2014/main" id="{105CCD5E-9856-E84C-1D32-FED17729B8C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20" name="Graphic 19">
                    <a:extLst>
                      <a:ext uri="{FF2B5EF4-FFF2-40B4-BE49-F238E27FC236}">
                        <a16:creationId xmlns:a16="http://schemas.microsoft.com/office/drawing/2014/main" id="{7AEDCBF1-264C-65AF-5B01-113F6F5984D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2D2AE26-56BA-4847-6E39-418531BFD823}"/>
                    </a:ext>
                  </a:extLst>
                </p:cNvPr>
                <p:cNvGrpSpPr/>
                <p:nvPr userDrawn="1"/>
              </p:nvGrpSpPr>
              <p:grpSpPr>
                <a:xfrm>
                  <a:off x="-342429" y="5997958"/>
                  <a:ext cx="1940936" cy="809030"/>
                  <a:chOff x="678729" y="5997959"/>
                  <a:chExt cx="1940936" cy="809030"/>
                </a:xfrm>
              </p:grpSpPr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4A9052B7-D265-CA2C-187F-2D90FA7A25E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17929" y="5997959"/>
                    <a:ext cx="1401736" cy="809029"/>
                  </a:xfrm>
                  <a:prstGeom prst="rect">
                    <a:avLst/>
                  </a:prstGeom>
                </p:spPr>
              </p:pic>
              <p:pic>
                <p:nvPicPr>
                  <p:cNvPr id="18" name="Graphic 17">
                    <a:extLst>
                      <a:ext uri="{FF2B5EF4-FFF2-40B4-BE49-F238E27FC236}">
                        <a16:creationId xmlns:a16="http://schemas.microsoft.com/office/drawing/2014/main" id="{EF1AF235-A3B6-D6AE-799F-CC33AA4252C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8729" y="5997960"/>
                    <a:ext cx="1401736" cy="809029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385579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53" r:id="rId7"/>
    <p:sldLayoutId id="2147483662" r:id="rId8"/>
    <p:sldLayoutId id="2147483663" r:id="rId9"/>
    <p:sldLayoutId id="2147483658" r:id="rId10"/>
    <p:sldLayoutId id="2147483659" r:id="rId11"/>
    <p:sldLayoutId id="2147483654" r:id="rId12"/>
    <p:sldLayoutId id="2147483655" r:id="rId13"/>
    <p:sldLayoutId id="2147483657" r:id="rId14"/>
    <p:sldLayoutId id="214748365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00345B"/>
          </a:solidFill>
          <a:latin typeface="Montserrat ExtraBol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rgbClr val="00345B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rgbClr val="00345B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45B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345B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345B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05C4-9F97-4585-AC73-4C749CFE0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0593" y="1954635"/>
            <a:ext cx="8254849" cy="2309742"/>
          </a:xfrm>
        </p:spPr>
        <p:txBody>
          <a:bodyPr anchor="ctr">
            <a:normAutofit fontScale="90000"/>
          </a:bodyPr>
          <a:lstStyle/>
          <a:p>
            <a:r>
              <a:rPr lang="pt-BR" dirty="0"/>
              <a:t>Engenharia de Dados e Conhecimento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B48E8-47BE-4E00-A7EE-700E8E401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0593" y="4414057"/>
            <a:ext cx="8289485" cy="1487979"/>
          </a:xfrm>
        </p:spPr>
        <p:txBody>
          <a:bodyPr>
            <a:normAutofit/>
          </a:bodyPr>
          <a:lstStyle/>
          <a:p>
            <a:r>
              <a:rPr lang="pt-BR" dirty="0"/>
              <a:t>Geraldo Xexéo, </a:t>
            </a:r>
            <a:r>
              <a:rPr lang="pt-BR" dirty="0" err="1"/>
              <a:t>D.Sc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020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781DEE66-C564-4569-938B-F47DA09E6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Daniel Schneider</a:t>
            </a:r>
          </a:p>
          <a:p>
            <a:r>
              <a:rPr lang="pt-BR" dirty="0"/>
              <a:t>Jano de Souza</a:t>
            </a:r>
          </a:p>
          <a:p>
            <a:r>
              <a:rPr lang="pt-BR" dirty="0"/>
              <a:t>Marta Matoso </a:t>
            </a:r>
          </a:p>
          <a:p>
            <a:r>
              <a:rPr lang="pt-BR" dirty="0"/>
              <a:t>Geraldo Xexéo</a:t>
            </a:r>
          </a:p>
          <a:p>
            <a:r>
              <a:rPr lang="pt-BR" dirty="0"/>
              <a:t>Geraldo </a:t>
            </a:r>
            <a:r>
              <a:rPr lang="pt-BR" dirty="0" err="1"/>
              <a:t>Zimbrão</a:t>
            </a:r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1ED1D-C336-438E-9EFE-ED47394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</p:spPr>
        <p:txBody>
          <a:bodyPr/>
          <a:lstStyle/>
          <a:p>
            <a:r>
              <a:rPr lang="pt-BR" dirty="0"/>
              <a:t>Quem Somos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8B161-2096-4298-96C5-DFB1AFD1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557" y="6350138"/>
            <a:ext cx="2743200" cy="365125"/>
          </a:xfrm>
        </p:spPr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4BF2B-B188-48E6-AB51-8FD98AD9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6E0FC-9C96-4DDE-99D5-B4F349AC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0138"/>
            <a:ext cx="2743200" cy="365125"/>
          </a:xfrm>
        </p:spPr>
        <p:txBody>
          <a:bodyPr/>
          <a:lstStyle/>
          <a:p>
            <a:fld id="{943EB55C-D1D3-4EA7-96FF-7B21F10BDCBD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75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BCC5-1BFA-8BCE-539E-640B05C0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A8943-A3DB-24CA-BFD1-DB94AC316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0057E-B5CB-3479-E7D5-9D7A2DB3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2FF07-C66D-04A4-1015-2DB0F5D6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B209B-D2E2-F0E6-674C-B4B3BC09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3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5909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5387-AA8D-7EFA-F38A-183E0DDD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DBB92-831E-8C42-7D6D-9007709A78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BBB88-6B3F-8AB3-3706-A6034541B8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EEFD4-5E0A-1AE6-2E9E-A32FFA5F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BA425-7561-1AF3-D0B0-27DADF21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22D5B-2374-9AAD-4647-EF1E4233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4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426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4ABB-8B47-531B-44C9-EAA03E69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CA7C-29A4-0188-48B0-1F552909EF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173D-FF38-4869-0195-BFDEF4C5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84510-8129-0E39-17C5-7C5813B5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F9114-BE96-E936-6DC7-8C1F1C34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5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18901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E981-01EA-3CA2-334E-58C629D8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31A97-59B4-192B-DC7C-9029287A5B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6565-377E-83CD-F465-B4A8D429A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A5015-3782-4686-DBF7-5E0F12B5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AED79-04C3-0E26-D776-012321DD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6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1538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2474B-2A3F-878E-55BF-7ABBFF988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1704-157B-1992-637C-486B59D13A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736EC-FC4C-4792-362C-E3F1B932D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957AD7-330F-381D-CDBF-3D95A8148C1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A3B6C0-E787-72A7-E6A1-4710C5EC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A8326-560A-10D6-8D88-90732FE0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AA791-10D5-5DDF-5152-B0221C62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56B82-68E3-8E46-8D76-8F7BAF2B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7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1643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FFFEA5-4147-BDA3-2DE5-1A4084C60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64C8-DB93-B937-BF70-15F5141EEB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8EE0CA-595F-3188-6A8E-69268374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78799-5C84-C2A2-A297-EE142B07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AE1D2-1308-BD3B-F479-7CEE2303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D023E-E625-7845-0A89-47C7BA4C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8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829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8F31B6-9DF7-526F-8A83-60E61F9A8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A59A-181A-F1E1-D0A4-198E9E64A96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91490F-130D-3717-9A21-1503D4F3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5F444-CA7B-DB89-6AAB-75D98BBEB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206D5-19B5-5631-2AB8-9D17D245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57A9B-5FC1-F1E3-9BBE-28FB1AF6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9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52855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1239A-EA61-782B-10C5-D2C15CD2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012E81-B9F6-4042-FDA3-54B3AB43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A65B-291A-91B0-2053-71E50BE7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B1B26-E7EC-3409-5674-AF37CFAB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77E58-3300-5410-6514-0599F0D2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10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29845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EA5A9B-63BC-0EC9-CD6F-0F25EBE80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49BF91-1B74-6048-CB09-2C0946C5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7F6A4-4E34-276B-A84D-6C471D8F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A826-99C9-E7FB-BA33-CAF84E85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80A1-A0AB-8B06-515E-4BC7D72C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11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98300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CC9A-829E-B8DC-75EA-283D2852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A9EF6-F25C-DD80-7AC6-D42F4DCF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2227-8E2C-A518-DC9A-D0CE8113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1D36F-410C-2A52-5743-1DA27B7C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12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51250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4F0-5095-D9E9-60BD-5E1088E1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Geraldo Xexéo - xexeo@ufrj.br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8D0BA-F773-74B2-0982-66AB4429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Semana PESC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57AF0-AB26-D64B-62C4-B07878C8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13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598469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33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556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0357-E8E4-4C41-A8A0-7FD4B3E5B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85C172B-D2B8-4FBF-B950-491F48221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Obrigado pela sua atenção</a:t>
            </a:r>
          </a:p>
        </p:txBody>
      </p:sp>
    </p:spTree>
    <p:extLst>
      <p:ext uri="{BB962C8B-B14F-4D97-AF65-F5344CB8AC3E}">
        <p14:creationId xmlns:p14="http://schemas.microsoft.com/office/powerpoint/2010/main" val="11680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174</Words>
  <Application>Microsoft Office PowerPoint</Application>
  <PresentationFormat>Widescreen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Montserrat</vt:lpstr>
      <vt:lpstr>Montserrat ExtraBold</vt:lpstr>
      <vt:lpstr>Arial</vt:lpstr>
      <vt:lpstr>Office Theme</vt:lpstr>
      <vt:lpstr>Engenharia de Dados e Conhecimento</vt:lpstr>
      <vt:lpstr>Quem Somos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Xexéo</dc:creator>
  <cp:lastModifiedBy>Geraldo Xexéo</cp:lastModifiedBy>
  <cp:revision>43</cp:revision>
  <dcterms:created xsi:type="dcterms:W3CDTF">2020-10-20T03:54:20Z</dcterms:created>
  <dcterms:modified xsi:type="dcterms:W3CDTF">2026-05-08T02:40:10Z</dcterms:modified>
</cp:coreProperties>
</file>