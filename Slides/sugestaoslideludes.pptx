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93" r:id="rId1"/>
  </p:sldMasterIdLst>
  <p:notesMasterIdLst>
    <p:notesMasterId r:id="rId10"/>
  </p:notesMasterIdLst>
  <p:sldIdLst>
    <p:sldId id="256" r:id="rId2"/>
    <p:sldId id="474" r:id="rId3"/>
    <p:sldId id="475" r:id="rId4"/>
    <p:sldId id="476" r:id="rId5"/>
    <p:sldId id="477" r:id="rId6"/>
    <p:sldId id="478" r:id="rId7"/>
    <p:sldId id="471" r:id="rId8"/>
    <p:sldId id="473" r:id="rId9"/>
  </p:sldIdLst>
  <p:sldSz cx="12192000" cy="6858000"/>
  <p:notesSz cx="6858000" cy="9144000"/>
  <p:embeddedFontLst>
    <p:embeddedFont>
      <p:font typeface="Tahoma" panose="020B0604030504040204" pitchFamily="34" charset="0"/>
      <p:regular r:id="rId11"/>
      <p:bold r:id="rId12"/>
    </p:embeddedFont>
  </p:embeddedFontLst>
  <p:defaultTextStyle>
    <a:defPPr>
      <a:defRPr lang="pt-BR"/>
    </a:defPPr>
    <a:lvl1pPr algn="r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r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r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r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r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kumimoji="1" sz="32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kumimoji="1" sz="32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kumimoji="1" sz="32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kumimoji="1" sz="32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7BA7875-7995-4AA2-BB54-42FD0D3AB0E7}">
          <p14:sldIdLst>
            <p14:sldId id="256"/>
            <p14:sldId id="474"/>
            <p14:sldId id="475"/>
            <p14:sldId id="476"/>
          </p14:sldIdLst>
        </p14:section>
        <p14:section name="Nome da Seção" id="{B9D8CD90-9CA1-4D83-819D-75218314FA5D}">
          <p14:sldIdLst>
            <p14:sldId id="477"/>
            <p14:sldId id="478"/>
          </p14:sldIdLst>
        </p14:section>
        <p14:section name="FIM" id="{E6556246-A68D-4576-9F03-7F48586C6C03}">
          <p14:sldIdLst>
            <p14:sldId id="471"/>
            <p14:sldId id="47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7C91"/>
    <a:srgbClr val="474F5D"/>
    <a:srgbClr val="EB976D"/>
    <a:srgbClr val="3841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28" autoAdjust="0"/>
    <p:restoredTop sz="94660"/>
  </p:normalViewPr>
  <p:slideViewPr>
    <p:cSldViewPr snapToGrid="0">
      <p:cViewPr>
        <p:scale>
          <a:sx n="75" d="100"/>
          <a:sy n="75" d="100"/>
        </p:scale>
        <p:origin x="1842" y="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8BEF5-D634-4783-BB1D-B313F140711D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E425CA-8A3B-4084-BB85-5B9C87A99CA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650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8D1F88-DDF1-DB72-77D4-CD755EC4307A}"/>
              </a:ext>
            </a:extLst>
          </p:cNvPr>
          <p:cNvSpPr/>
          <p:nvPr userDrawn="1"/>
        </p:nvSpPr>
        <p:spPr>
          <a:xfrm>
            <a:off x="0" y="5850761"/>
            <a:ext cx="12192000" cy="10072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pt-BR" sz="2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Espaço Reservado para Texto 11"/>
          <p:cNvSpPr>
            <a:spLocks noGrp="1"/>
          </p:cNvSpPr>
          <p:nvPr>
            <p:ph type="body" sz="quarter" idx="15"/>
          </p:nvPr>
        </p:nvSpPr>
        <p:spPr>
          <a:xfrm>
            <a:off x="1199456" y="4706574"/>
            <a:ext cx="9793088" cy="13437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000" cap="small" baseline="0">
                <a:solidFill>
                  <a:srgbClr val="2D719A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682" y="3140969"/>
            <a:ext cx="10526635" cy="1118587"/>
          </a:xfrm>
        </p:spPr>
        <p:txBody>
          <a:bodyPr>
            <a:normAutofit/>
          </a:bodyPr>
          <a:lstStyle>
            <a:lvl1pPr algn="ctr">
              <a:defRPr sz="44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pt-BR" dirty="0"/>
          </a:p>
        </p:txBody>
      </p:sp>
      <p:pic>
        <p:nvPicPr>
          <p:cNvPr id="16" name="Picture 15" descr="A picture containing drawing&#10;&#10;Description automatically generated">
            <a:extLst>
              <a:ext uri="{FF2B5EF4-FFF2-40B4-BE49-F238E27FC236}">
                <a16:creationId xmlns:a16="http://schemas.microsoft.com/office/drawing/2014/main" id="{6F920C08-23AF-4BF7-9594-9ED5B27BFF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40" y="5905713"/>
            <a:ext cx="1800000" cy="777718"/>
          </a:xfrm>
          <a:prstGeom prst="rect">
            <a:avLst/>
          </a:prstGeom>
        </p:spPr>
      </p:pic>
      <p:pic>
        <p:nvPicPr>
          <p:cNvPr id="18" name="Picture 17" descr="Logo&#10;&#10;Description automatically generated">
            <a:extLst>
              <a:ext uri="{FF2B5EF4-FFF2-40B4-BE49-F238E27FC236}">
                <a16:creationId xmlns:a16="http://schemas.microsoft.com/office/drawing/2014/main" id="{59530259-4DFA-4529-9AFD-A3BD6836DF9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000" y="344188"/>
            <a:ext cx="5400000" cy="1566065"/>
          </a:xfrm>
          <a:prstGeom prst="rect">
            <a:avLst/>
          </a:prstGeom>
        </p:spPr>
      </p:pic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0FD3CBCB-76ED-41BF-AA04-697AF62313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6662" y="5905713"/>
            <a:ext cx="634630" cy="862700"/>
          </a:xfrm>
          <a:prstGeom prst="rect">
            <a:avLst/>
          </a:prstGeom>
        </p:spPr>
      </p:pic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F4403E12-BB0A-4151-A76C-8957BB9D7CF5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5646" y="5682303"/>
            <a:ext cx="1173796" cy="1343706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4997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pt-BR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pt-BR"/>
              <a:t>Nome do Apresentador - email</a:t>
            </a:r>
            <a:endParaRPr lang="pt-BR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pt-BR"/>
              <a:t>Título da apresentação</a:t>
            </a:r>
            <a:endParaRPr lang="pt-BR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943EB55C-D1D3-4EA7-96FF-7B21F10BDCBD}" type="slidenum">
              <a:rPr lang="pt-BR" smtClean="0"/>
              <a:pPr/>
              <a:t>‹#›</a:t>
            </a:fld>
            <a:endParaRPr lang="pt-BR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3501" y="1341438"/>
            <a:ext cx="11969751" cy="4608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22141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8414" y="4665306"/>
            <a:ext cx="10595173" cy="1225595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Nome do Apresentador - email</a:t>
            </a:r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Título da apresentação</a:t>
            </a:r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B55C-D1D3-4EA7-96FF-7B21F10BDCBD}" type="slidenum">
              <a:rPr lang="pt-BR" smtClean="0"/>
              <a:pPr/>
              <a:t>‹#›</a:t>
            </a:fld>
            <a:endParaRPr lang="pt-BR" sz="3200" dirty="0"/>
          </a:p>
        </p:txBody>
      </p:sp>
      <p:sp>
        <p:nvSpPr>
          <p:cNvPr id="8" name="Rectangle 7"/>
          <p:cNvSpPr/>
          <p:nvPr/>
        </p:nvSpPr>
        <p:spPr>
          <a:xfrm>
            <a:off x="0" y="2467286"/>
            <a:ext cx="12192000" cy="2030069"/>
          </a:xfrm>
          <a:prstGeom prst="rect">
            <a:avLst/>
          </a:prstGeom>
          <a:solidFill>
            <a:srgbClr val="4E7DA2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pt-BR" sz="2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8920"/>
            <a:ext cx="10515600" cy="1620000"/>
          </a:xfrm>
        </p:spPr>
        <p:txBody>
          <a:bodyPr anchor="ctr">
            <a:noAutofit/>
          </a:bodyPr>
          <a:lstStyle>
            <a:lvl1pPr algn="ct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pt-BR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517C430A-4A1C-41A8-9DB1-417AED14E9E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000" y="344188"/>
            <a:ext cx="5400000" cy="156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343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pt-BR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pt-BR"/>
              <a:t>Nome do Apresentador - email</a:t>
            </a:r>
            <a:endParaRPr lang="pt-BR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pt-BR"/>
              <a:t>Título da apresentação</a:t>
            </a:r>
            <a:endParaRPr lang="pt-BR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943EB55C-D1D3-4EA7-96FF-7B21F10BDCBD}" type="slidenum">
              <a:rPr lang="pt-BR" smtClean="0"/>
              <a:pPr/>
              <a:t>‹#›</a:t>
            </a:fld>
            <a:endParaRPr lang="pt-BR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3779" y="3573016"/>
            <a:ext cx="11969751" cy="24476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82384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pt-BR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pt-BR"/>
              <a:t>Nome do Apresentador - email</a:t>
            </a:r>
            <a:endParaRPr lang="pt-BR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pt-BR"/>
              <a:t>Título da apresentação</a:t>
            </a:r>
            <a:endParaRPr lang="pt-BR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943EB55C-D1D3-4EA7-96FF-7B21F10BDCBD}" type="slidenum">
              <a:rPr lang="pt-BR" smtClean="0"/>
              <a:pPr/>
              <a:t>‹#›</a:t>
            </a:fld>
            <a:endParaRPr lang="pt-BR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3501" y="1341438"/>
            <a:ext cx="11969751" cy="24476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93125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151" y="1332594"/>
            <a:ext cx="5760000" cy="4586513"/>
          </a:xfrm>
          <a:prstGeom prst="rect">
            <a:avLst/>
          </a:prstGeom>
        </p:spPr>
        <p:txBody>
          <a:bodyPr/>
          <a:lstStyle>
            <a:lvl1pPr marL="171450" indent="-171450">
              <a:buFontTx/>
              <a:buBlip>
                <a:blip r:embed="rId2"/>
              </a:buBlip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14350" indent="-171450">
              <a:buFontTx/>
              <a:buBlip>
                <a:blip r:embed="rId2"/>
              </a:buBlip>
              <a:defRPr sz="210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685800" indent="0">
              <a:buFontTx/>
              <a:buNone/>
              <a:defRPr sz="1950" baseline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725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marR="0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Pct val="95000"/>
              <a:buFontTx/>
              <a:buBlip>
                <a:blip r:embed="rId2"/>
              </a:buBlip>
              <a:tabLst/>
              <a:defRPr sz="1725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4160" y="1332593"/>
            <a:ext cx="5760000" cy="4586513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>
              <a:buFontTx/>
              <a:buBlip>
                <a:blip r:embed="rId2"/>
              </a:buBlip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14350" indent="-171450">
              <a:buFontTx/>
              <a:buBlip>
                <a:blip r:embed="rId2"/>
              </a:buBlip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>
              <a:buFontTx/>
              <a:buBlip>
                <a:blip r:embed="rId2"/>
              </a:buBlip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>
              <a:buFontTx/>
              <a:buBlip>
                <a:blip r:embed="rId2"/>
              </a:buBlip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>
              <a:buFontTx/>
              <a:buBlip>
                <a:blip r:embed="rId2"/>
              </a:buBlip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Nome do Apresentador - email</a:t>
            </a:r>
            <a:endParaRPr lang="pt-BR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Título da apresentação</a:t>
            </a:r>
            <a:endParaRPr lang="pt-BR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B55C-D1D3-4EA7-96FF-7B21F10BDCBD}" type="slidenum">
              <a:rPr lang="pt-BR" smtClean="0"/>
              <a:pPr/>
              <a:t>‹#›</a:t>
            </a:fld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0494985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151" y="1332594"/>
            <a:ext cx="5760000" cy="4586513"/>
          </a:xfrm>
          <a:prstGeom prst="rect">
            <a:avLst/>
          </a:prstGeom>
        </p:spPr>
        <p:txBody>
          <a:bodyPr/>
          <a:lstStyle>
            <a:lvl1pPr marL="171450" indent="-171450">
              <a:buFontTx/>
              <a:buBlip>
                <a:blip r:embed="rId2"/>
              </a:buBlip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14350" indent="-171450">
              <a:buFontTx/>
              <a:buBlip>
                <a:blip r:embed="rId2"/>
              </a:buBlip>
              <a:defRPr sz="210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685800" indent="0">
              <a:buFontTx/>
              <a:buNone/>
              <a:defRPr sz="1950" baseline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725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marR="0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Pct val="95000"/>
              <a:buFontTx/>
              <a:buBlip>
                <a:blip r:embed="rId2"/>
              </a:buBlip>
              <a:tabLst/>
              <a:defRPr sz="1725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Nome do Apresentador - email</a:t>
            </a:r>
            <a:endParaRPr lang="pt-BR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Título da apresentação</a:t>
            </a:r>
            <a:endParaRPr lang="pt-BR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B55C-D1D3-4EA7-96FF-7B21F10BDCBD}" type="slidenum">
              <a:rPr lang="pt-BR" smtClean="0"/>
              <a:pPr/>
              <a:t>‹#›</a:t>
            </a:fld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6181382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4160" y="1332593"/>
            <a:ext cx="5760000" cy="4586513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>
              <a:buFontTx/>
              <a:buBlip>
                <a:blip r:embed="rId2"/>
              </a:buBlip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14350" indent="-171450">
              <a:buFontTx/>
              <a:buBlip>
                <a:blip r:embed="rId2"/>
              </a:buBlip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>
              <a:buFontTx/>
              <a:buBlip>
                <a:blip r:embed="rId2"/>
              </a:buBlip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>
              <a:buFontTx/>
              <a:buBlip>
                <a:blip r:embed="rId2"/>
              </a:buBlip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>
              <a:buFontTx/>
              <a:buBlip>
                <a:blip r:embed="rId2"/>
              </a:buBlip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Nome do Apresentador - email</a:t>
            </a:r>
            <a:endParaRPr lang="pt-BR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Título da apresentação</a:t>
            </a:r>
            <a:endParaRPr lang="pt-BR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B55C-D1D3-4EA7-96FF-7B21F10BDCBD}" type="slidenum">
              <a:rPr lang="pt-BR" smtClean="0"/>
              <a:pPr/>
              <a:t>‹#›</a:t>
            </a:fld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406374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40182"/>
            <a:ext cx="3420000" cy="47367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Nome do Apresentador - email</a:t>
            </a:r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Título da apresentação</a:t>
            </a:r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B55C-D1D3-4EA7-96FF-7B21F10BDCBD}" type="slidenum">
              <a:rPr lang="pt-BR" smtClean="0"/>
              <a:pPr/>
              <a:t>‹#›</a:t>
            </a:fld>
            <a:endParaRPr lang="pt-BR" sz="3200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4"/>
          </p:nvPr>
        </p:nvSpPr>
        <p:spPr>
          <a:xfrm>
            <a:off x="4370011" y="1440182"/>
            <a:ext cx="3420000" cy="47367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5"/>
          </p:nvPr>
        </p:nvSpPr>
        <p:spPr>
          <a:xfrm>
            <a:off x="7933800" y="1440182"/>
            <a:ext cx="3420000" cy="47367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13877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40182"/>
            <a:ext cx="2520000" cy="47367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Nome do Apresentador - email</a:t>
            </a:r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Título da apresentação</a:t>
            </a:r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B55C-D1D3-4EA7-96FF-7B21F10BDCBD}" type="slidenum">
              <a:rPr lang="pt-BR" smtClean="0"/>
              <a:pPr/>
              <a:t>‹#›</a:t>
            </a:fld>
            <a:endParaRPr lang="pt-BR" sz="3200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3503400" y="1478379"/>
            <a:ext cx="2520000" cy="47367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4"/>
          </p:nvPr>
        </p:nvSpPr>
        <p:spPr>
          <a:xfrm>
            <a:off x="6168600" y="1478378"/>
            <a:ext cx="2520000" cy="47367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5"/>
          </p:nvPr>
        </p:nvSpPr>
        <p:spPr>
          <a:xfrm>
            <a:off x="8833800" y="1478378"/>
            <a:ext cx="2520000" cy="47367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60224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1477" y="188640"/>
            <a:ext cx="10515600" cy="97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83" y="1388281"/>
            <a:ext cx="5760000" cy="560592"/>
          </a:xfrm>
        </p:spPr>
        <p:txBody>
          <a:bodyPr anchor="b">
            <a:noAutofit/>
          </a:bodyPr>
          <a:lstStyle>
            <a:lvl1pPr marL="0" indent="0">
              <a:buNone/>
              <a:defRPr sz="21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3083" y="2027107"/>
            <a:ext cx="5760000" cy="40245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401820"/>
            <a:ext cx="5760000" cy="560592"/>
          </a:xfrm>
        </p:spPr>
        <p:txBody>
          <a:bodyPr anchor="b">
            <a:noAutofit/>
          </a:bodyPr>
          <a:lstStyle>
            <a:lvl1pPr marL="0" indent="0">
              <a:buNone/>
              <a:defRPr sz="21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027108"/>
            <a:ext cx="5760000" cy="40245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Nome do Apresentador - email</a:t>
            </a:r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Título da apresentação</a:t>
            </a:r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B55C-D1D3-4EA7-96FF-7B21F10BDCBD}" type="slidenum">
              <a:rPr lang="pt-BR" smtClean="0"/>
              <a:pPr/>
              <a:t>‹#›</a:t>
            </a:fld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42549181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1477" y="188640"/>
            <a:ext cx="10515600" cy="97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83" y="1388281"/>
            <a:ext cx="5760000" cy="560592"/>
          </a:xfrm>
        </p:spPr>
        <p:txBody>
          <a:bodyPr anchor="b">
            <a:noAutofit/>
          </a:bodyPr>
          <a:lstStyle>
            <a:lvl1pPr marL="0" indent="0">
              <a:buNone/>
              <a:defRPr sz="21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3083" y="2027107"/>
            <a:ext cx="5760000" cy="40245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Nome do Apresentador - email</a:t>
            </a:r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Título da apresentação</a:t>
            </a:r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B55C-D1D3-4EA7-96FF-7B21F10BDCBD}" type="slidenum">
              <a:rPr lang="pt-BR" smtClean="0"/>
              <a:pPr/>
              <a:t>‹#›</a:t>
            </a:fld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6440769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1477" y="188640"/>
            <a:ext cx="10515600" cy="97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401820"/>
            <a:ext cx="5760000" cy="560592"/>
          </a:xfrm>
        </p:spPr>
        <p:txBody>
          <a:bodyPr anchor="b">
            <a:noAutofit/>
          </a:bodyPr>
          <a:lstStyle>
            <a:lvl1pPr marL="0" indent="0">
              <a:buNone/>
              <a:defRPr sz="21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027108"/>
            <a:ext cx="5760000" cy="40245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Nome do Apresentador - email</a:t>
            </a:r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Título da apresentação</a:t>
            </a:r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B55C-D1D3-4EA7-96FF-7B21F10BDCBD}" type="slidenum">
              <a:rPr lang="pt-BR" smtClean="0"/>
              <a:pPr/>
              <a:t>‹#›</a:t>
            </a:fld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2038068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Nome do Apresentador - email</a:t>
            </a:r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Título da apresentação</a:t>
            </a:r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B55C-D1D3-4EA7-96FF-7B21F10BDCBD}" type="slidenum">
              <a:rPr lang="pt-BR" smtClean="0"/>
              <a:pPr/>
              <a:t>‹#›</a:t>
            </a:fld>
            <a:endParaRPr lang="pt-BR" sz="3200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0026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14938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09471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71847" y="68960"/>
            <a:ext cx="10762313" cy="11185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151" y="6206494"/>
            <a:ext cx="2114784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/>
              <a:t>Nome do Apresentador - email</a:t>
            </a:r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51397" y="6323578"/>
            <a:ext cx="1584000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43EB55C-D1D3-4EA7-96FF-7B21F10BDCBD}" type="slidenum">
              <a:rPr lang="pt-BR" smtClean="0"/>
              <a:pPr/>
              <a:t>‹#›</a:t>
            </a:fld>
            <a:endParaRPr lang="pt-BR" sz="3200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63151" y="1347831"/>
            <a:ext cx="11971008" cy="45916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3"/>
          </p:nvPr>
        </p:nvSpPr>
        <p:spPr>
          <a:xfrm>
            <a:off x="4282725" y="6206494"/>
            <a:ext cx="3531859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/>
              <a:t>Título da apresentação</a:t>
            </a:r>
            <a:endParaRPr lang="pt-BR" dirty="0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0A181D16-C91F-4B7F-AFDB-2FB30D61C59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34" y="68960"/>
            <a:ext cx="1064609" cy="10854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521288-5EBB-4A53-BE6A-8AB9A0F83457}"/>
              </a:ext>
            </a:extLst>
          </p:cNvPr>
          <p:cNvSpPr txBox="1"/>
          <p:nvPr/>
        </p:nvSpPr>
        <p:spPr>
          <a:xfrm>
            <a:off x="11677115" y="6348855"/>
            <a:ext cx="5148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/XX</a:t>
            </a:r>
          </a:p>
        </p:txBody>
      </p:sp>
    </p:spTree>
    <p:extLst>
      <p:ext uri="{BB962C8B-B14F-4D97-AF65-F5344CB8AC3E}">
        <p14:creationId xmlns:p14="http://schemas.microsoft.com/office/powerpoint/2010/main" val="3080097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4000" b="1" i="0" kern="1200" smtClean="0">
          <a:solidFill>
            <a:srgbClr val="2D719A"/>
          </a:solidFill>
          <a:effectLst/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SzPct val="95000"/>
        <a:buFontTx/>
        <a:buBlip>
          <a:blip r:embed="rId19"/>
        </a:buBlip>
        <a:defRPr lang="en-US" sz="3200" b="0" i="0" kern="1200" smtClean="0">
          <a:solidFill>
            <a:schemeClr val="tx1"/>
          </a:solidFill>
          <a:effectLst/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SzPct val="95000"/>
        <a:buFontTx/>
        <a:buBlip>
          <a:blip r:embed="rId19"/>
        </a:buBlip>
        <a:defRPr lang="en-US" sz="2800" b="0" i="0" kern="1200" smtClean="0">
          <a:solidFill>
            <a:schemeClr val="tx1"/>
          </a:solidFill>
          <a:effectLst/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SzPct val="95000"/>
        <a:buFontTx/>
        <a:buBlip>
          <a:blip r:embed="rId19"/>
        </a:buBlip>
        <a:defRPr lang="en-US" sz="2400" b="0" i="0" kern="1200" smtClean="0">
          <a:solidFill>
            <a:schemeClr val="tx1"/>
          </a:solidFill>
          <a:effectLst/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SzPct val="95000"/>
        <a:buFontTx/>
        <a:buBlip>
          <a:blip r:embed="rId19"/>
        </a:buBlip>
        <a:defRPr lang="en-US" sz="2000" b="0" i="0" kern="1200" smtClean="0">
          <a:solidFill>
            <a:schemeClr val="tx1"/>
          </a:solidFill>
          <a:effectLst/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SzPct val="95000"/>
        <a:buFontTx/>
        <a:buBlip>
          <a:blip r:embed="rId19"/>
        </a:buBlip>
        <a:defRPr lang="en-US" sz="2000" b="0" i="0" kern="1200" smtClean="0">
          <a:solidFill>
            <a:schemeClr val="tx1"/>
          </a:solidFill>
          <a:effectLst/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52B48E8-47BE-4E00-A7EE-700E8E4010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pt-BR" dirty="0"/>
              <a:t>Nome do Apresentador</a:t>
            </a:r>
          </a:p>
          <a:p>
            <a:r>
              <a:rPr lang="pt-BR" dirty="0"/>
              <a:t>Nome do orientador/professor ou curso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6A05C4-9F97-4585-AC73-4C749CFE0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pt-BR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3970204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82243B-594B-4AE9-A0D9-68F562EB94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Prepare todos os slides da apresentação</a:t>
            </a:r>
          </a:p>
          <a:p>
            <a:r>
              <a:rPr lang="pt-BR" dirty="0"/>
              <a:t>Troque o nome – e-mail e Título em </a:t>
            </a:r>
            <a:r>
              <a:rPr lang="pt-BR" dirty="0" err="1"/>
              <a:t>Insert</a:t>
            </a:r>
            <a:r>
              <a:rPr lang="pt-BR" dirty="0"/>
              <a:t>/</a:t>
            </a:r>
            <a:r>
              <a:rPr lang="pt-BR" dirty="0" err="1"/>
              <a:t>Hearder</a:t>
            </a:r>
            <a:r>
              <a:rPr lang="pt-BR" dirty="0"/>
              <a:t> &amp; </a:t>
            </a:r>
            <a:r>
              <a:rPr lang="pt-BR" dirty="0" err="1"/>
              <a:t>Footer</a:t>
            </a:r>
            <a:endParaRPr lang="pt-BR" dirty="0"/>
          </a:p>
          <a:p>
            <a:r>
              <a:rPr lang="pt-BR" dirty="0"/>
              <a:t>Troque o total de slides em </a:t>
            </a:r>
            <a:r>
              <a:rPr lang="pt-BR" dirty="0" err="1"/>
              <a:t>View</a:t>
            </a:r>
            <a:r>
              <a:rPr lang="pt-BR" dirty="0"/>
              <a:t>/Slide Master</a:t>
            </a:r>
          </a:p>
          <a:p>
            <a:pPr lvl="1"/>
            <a:r>
              <a:rPr lang="pt-BR" dirty="0"/>
              <a:t>Troque apenas no slide principal a caixa de texto com o número total</a:t>
            </a:r>
          </a:p>
          <a:p>
            <a:pPr lvl="2"/>
            <a:r>
              <a:rPr lang="pt-BR" dirty="0"/>
              <a:t>(XX no estilo default)</a:t>
            </a:r>
          </a:p>
          <a:p>
            <a:r>
              <a:rPr lang="pt-BR" dirty="0"/>
              <a:t>Apague este slide</a:t>
            </a:r>
          </a:p>
          <a:p>
            <a:pPr lvl="1"/>
            <a:endParaRPr lang="pt-B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21E695-7070-45E7-B5C6-AC077D11A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Instruções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91331-843D-4DAE-9F63-349D86918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Nome do Apresentador - email</a:t>
            </a:r>
            <a:endParaRPr lang="pt-B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BF2E3-C53B-46D5-9E1A-B64BF3171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Título da apresentação</a:t>
            </a:r>
            <a:endParaRPr lang="pt-BR" dirty="0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146936AF-301B-45A5-80B9-AFB404665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774" y="1522915"/>
            <a:ext cx="533400" cy="82867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94D8DCBE-1762-4700-954F-88B21D545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16" y="733351"/>
            <a:ext cx="3922484" cy="250238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860C32CD-C46B-43AA-A15B-B7EA6EF38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7737" y="4069035"/>
            <a:ext cx="466725" cy="7239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11BDE-DC97-4984-9C7E-90DC711F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B55C-D1D3-4EA7-96FF-7B21F10BDCBD}" type="slidenum">
              <a:rPr lang="pt-BR" smtClean="0"/>
              <a:pPr/>
              <a:t>2</a:t>
            </a:fld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668529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21ED1D-C336-438E-9EFE-ED4739429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8B161-2096-4298-96C5-DFB1AFD16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Nome do Apresentador - email</a:t>
            </a:r>
            <a:endParaRPr lang="pt-B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4BF2B-B188-48E6-AB51-8FD98AD98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Título da apresentação</a:t>
            </a:r>
            <a:endParaRPr lang="pt-BR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B0FE4F-181E-4BCC-84C1-E14599CFB9A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99A58-CC28-4B6E-8EFD-115CA7922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B55C-D1D3-4EA7-96FF-7B21F10BDCBD}" type="slidenum">
              <a:rPr lang="pt-BR" smtClean="0"/>
              <a:pPr/>
              <a:t>3</a:t>
            </a:fld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74755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44F9B24-5157-45B4-8E0F-CAA14D9A1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847" y="68960"/>
            <a:ext cx="10762313" cy="1118587"/>
          </a:xfrm>
        </p:spPr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7AE3A-6780-4B9F-BA03-1E846DA1CF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151" y="6204855"/>
            <a:ext cx="2114784" cy="288000"/>
          </a:xfrm>
        </p:spPr>
        <p:txBody>
          <a:bodyPr/>
          <a:lstStyle/>
          <a:p>
            <a:r>
              <a:rPr lang="pt-BR"/>
              <a:t>Nome do Apresentador - email</a:t>
            </a:r>
            <a:endParaRPr lang="pt-B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FA4F7-0394-404C-90DA-13DCC8EBE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2725" y="6208133"/>
            <a:ext cx="3531859" cy="288000"/>
          </a:xfrm>
        </p:spPr>
        <p:txBody>
          <a:bodyPr/>
          <a:lstStyle/>
          <a:p>
            <a:r>
              <a:rPr lang="pt-BR"/>
              <a:t>Título da apresentação</a:t>
            </a:r>
            <a:endParaRPr lang="pt-BR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F177F688-6B26-4543-A157-E4899B9C2F2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1BBCDF4D-4E4A-40FE-99B3-858DA18C6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B55C-D1D3-4EA7-96FF-7B21F10BDCBD}" type="slidenum">
              <a:rPr lang="pt-BR" smtClean="0"/>
              <a:pPr/>
              <a:t>4</a:t>
            </a:fld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144886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5F368B9-82D1-4F41-BD21-45B283FFC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D03F3-4FCC-4BAA-987F-D7F5F97D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151" y="6206494"/>
            <a:ext cx="2114784" cy="288000"/>
          </a:xfrm>
        </p:spPr>
        <p:txBody>
          <a:bodyPr/>
          <a:lstStyle/>
          <a:p>
            <a:r>
              <a:rPr lang="pt-BR"/>
              <a:t>Nome do Apresentador - email</a:t>
            </a:r>
            <a:endParaRPr lang="pt-B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58900-CEE3-43FE-A1A6-0F5416100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2725" y="6206494"/>
            <a:ext cx="3531859" cy="288000"/>
          </a:xfrm>
        </p:spPr>
        <p:txBody>
          <a:bodyPr/>
          <a:lstStyle/>
          <a:p>
            <a:r>
              <a:rPr lang="pt-BR"/>
              <a:t>Título da apresentação</a:t>
            </a:r>
            <a:endParaRPr lang="pt-B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0CF1F0-B418-4481-BF2E-E00DC9368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51397" y="6323578"/>
            <a:ext cx="1584000" cy="288000"/>
          </a:xfrm>
        </p:spPr>
        <p:txBody>
          <a:bodyPr/>
          <a:lstStyle/>
          <a:p>
            <a:fld id="{943EB55C-D1D3-4EA7-96FF-7B21F10BDCBD}" type="slidenum">
              <a:rPr lang="pt-BR" smtClean="0"/>
              <a:pPr/>
              <a:t>5</a:t>
            </a:fld>
            <a:endParaRPr lang="pt-BR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CC6423C-8458-46DA-B904-ACDE246A1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08920"/>
            <a:ext cx="10515600" cy="1620000"/>
          </a:xfrm>
        </p:spPr>
        <p:txBody>
          <a:bodyPr/>
          <a:lstStyle/>
          <a:p>
            <a:r>
              <a:rPr lang="pt-BR" dirty="0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76327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EFC600F-5C28-49BA-96C4-7E0B3DEE9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Título do 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AB9D3-2A09-491C-8833-02AB09A1E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Nome do Apresentador - email</a:t>
            </a:r>
            <a:endParaRPr lang="pt-B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0FFBD-7651-4269-9653-4098295EE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Título da apresentação</a:t>
            </a:r>
            <a:endParaRPr lang="pt-BR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9C56D9-8273-49C1-B968-FE2BF3A6125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F966DB-01F5-4D59-B4C5-71717F320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B55C-D1D3-4EA7-96FF-7B21F10BDCBD}" type="slidenum">
              <a:rPr lang="pt-BR" smtClean="0"/>
              <a:pPr/>
              <a:t>6</a:t>
            </a:fld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629866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685C172B-D2B8-4FBF-B950-491F48221C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/>
              <a:t>Obrigado pela sua atenção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440357-E8E4-4C41-A8A0-7FD4B3E5B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1168007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568EB69-5012-4688-9096-8DB84B16A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041F24-A551-4DA9-A57B-8EB751024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Nome do Apresentador - email</a:t>
            </a:r>
            <a:endParaRPr lang="pt-BR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E340FC-EBFF-4D9F-9C13-ED8E3DA7B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Título da apresentação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3CE735-268C-49CA-A208-61438814D04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br>
              <a:rPr lang="pt-BR" dirty="0"/>
            </a:br>
            <a:br>
              <a:rPr lang="en-US" dirty="0"/>
            </a:br>
            <a:br>
              <a:rPr lang="pt-BR" dirty="0"/>
            </a:br>
            <a:br>
              <a:rPr lang="en-US" dirty="0"/>
            </a:br>
            <a:endParaRPr lang="pt-BR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D98B5-E36A-4A4C-954E-396F4F32E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B55C-D1D3-4EA7-96FF-7B21F10BDCBD}" type="slidenum">
              <a:rPr lang="pt-BR" smtClean="0"/>
              <a:pPr/>
              <a:t>8</a:t>
            </a:fld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405647586"/>
      </p:ext>
    </p:extLst>
  </p:cSld>
  <p:clrMapOvr>
    <a:masterClrMapping/>
  </p:clrMapOvr>
</p:sld>
</file>

<file path=ppt/theme/theme1.xml><?xml version="1.0" encoding="utf-8"?>
<a:theme xmlns:a="http://schemas.openxmlformats.org/drawingml/2006/main" name="LU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D719A"/>
        </a:solidFill>
      </a:spPr>
      <a:bodyPr rtlCol="0" anchor="ctr">
        <a:spAutoFit/>
      </a:bodyPr>
      <a:lstStyle>
        <a:defPPr algn="ctr">
          <a:defRPr sz="2400" b="1" dirty="0" smtClean="0">
            <a:ln w="0"/>
            <a:solidFill>
              <a:schemeClr val="bg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000" dirty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UDES" id="{F27CD167-1AAB-4FD7-AD96-55E0F0914FD7}" vid="{32F12C64-A1B7-4DDE-9B55-E55D6B79F96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LUDES</Template>
  <TotalTime>444</TotalTime>
  <Words>135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Arial</vt:lpstr>
      <vt:lpstr>Tahoma</vt:lpstr>
      <vt:lpstr>Times New Roman</vt:lpstr>
      <vt:lpstr>LUDES</vt:lpstr>
      <vt:lpstr>Título</vt:lpstr>
      <vt:lpstr>Instruções</vt:lpstr>
      <vt:lpstr>Objetivo</vt:lpstr>
      <vt:lpstr>Agenda</vt:lpstr>
      <vt:lpstr>Título de Seção</vt:lpstr>
      <vt:lpstr>Título do Slide</vt:lpstr>
      <vt:lpstr>FIM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Geraldo Xexéo</dc:creator>
  <cp:lastModifiedBy>Geraldo Xexéo</cp:lastModifiedBy>
  <cp:revision>38</cp:revision>
  <dcterms:created xsi:type="dcterms:W3CDTF">2020-10-20T03:54:20Z</dcterms:created>
  <dcterms:modified xsi:type="dcterms:W3CDTF">2026-05-07T23:08:14Z</dcterms:modified>
</cp:coreProperties>
</file>